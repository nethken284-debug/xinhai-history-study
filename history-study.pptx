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3ccc477a8406e" /><Relationship Type="http://schemas.openxmlformats.org/officeDocument/2006/relationships/extended-properties" Target="/docProps/app.xml" Id="Rc479ae2f03c84cfe" /><Relationship Type="http://schemas.openxmlformats.org/officeDocument/2006/relationships/officeDocument" Target="/ppt/presentation.xml" Id="Rd14f6ca0463f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5a0ae19c5442d"/>
  </p:sldMasterIdLst>
  <p:notesMasterIdLst>
    <p:notesMasterId xmlns:r="http://schemas.openxmlformats.org/officeDocument/2006/relationships" r:id="Rb66eefff3b934dda"/>
  </p:notesMasterIdLst>
  <p:sldIdLst>
    <p:sldId xmlns:r="http://schemas.openxmlformats.org/officeDocument/2006/relationships" id="256" r:id="Rfcab2430e7a74fc1"/>
    <p:sldId xmlns:r="http://schemas.openxmlformats.org/officeDocument/2006/relationships" id="257" r:id="R3bbc38cb95d6458b"/>
    <p:sldId xmlns:r="http://schemas.openxmlformats.org/officeDocument/2006/relationships" id="258" r:id="R7bb0108658ab4985"/>
    <p:sldId xmlns:r="http://schemas.openxmlformats.org/officeDocument/2006/relationships" id="259" r:id="Rf359e5fb856e4cf3"/>
    <p:sldId xmlns:r="http://schemas.openxmlformats.org/officeDocument/2006/relationships" id="260" r:id="Red629a085e7f4c64"/>
    <p:sldId xmlns:r="http://schemas.openxmlformats.org/officeDocument/2006/relationships" id="261" r:id="R6119764f5228421d"/>
    <p:sldId xmlns:r="http://schemas.openxmlformats.org/officeDocument/2006/relationships" id="262" r:id="Rda644eb4e6784bd5"/>
    <p:sldId xmlns:r="http://schemas.openxmlformats.org/officeDocument/2006/relationships" id="263" r:id="R50648c2f868a4e74"/>
    <p:sldId xmlns:r="http://schemas.openxmlformats.org/officeDocument/2006/relationships" id="264" r:id="R55c26c558bf3445b"/>
    <p:sldId xmlns:r="http://schemas.openxmlformats.org/officeDocument/2006/relationships" id="265" r:id="R810399696de74ec1"/>
    <p:sldId xmlns:r="http://schemas.openxmlformats.org/officeDocument/2006/relationships" id="266" r:id="R6f419e4d1111493b"/>
    <p:sldId xmlns:r="http://schemas.openxmlformats.org/officeDocument/2006/relationships" id="267" r:id="Rfdb2f2fe3b254a46"/>
    <p:sldId xmlns:r="http://schemas.openxmlformats.org/officeDocument/2006/relationships" id="268" r:id="R65ce2752a2cc410c"/>
    <p:sldId xmlns:r="http://schemas.openxmlformats.org/officeDocument/2006/relationships" id="269" r:id="Rf4a956bf00674ac6"/>
    <p:sldId xmlns:r="http://schemas.openxmlformats.org/officeDocument/2006/relationships" id="270" r:id="Re2dcc9cc12bb420a"/>
    <p:sldId xmlns:r="http://schemas.openxmlformats.org/officeDocument/2006/relationships" id="271" r:id="Rff127bfeb0fb4f1f"/>
    <p:sldId xmlns:r="http://schemas.openxmlformats.org/officeDocument/2006/relationships" id="272" r:id="R9354bc5676244da0"/>
    <p:sldId xmlns:r="http://schemas.openxmlformats.org/officeDocument/2006/relationships" id="273" r:id="R6ccac7f2470e4e8f"/>
    <p:sldId xmlns:r="http://schemas.openxmlformats.org/officeDocument/2006/relationships" id="274" r:id="Reef8d973fd0d49d9"/>
    <p:sldId xmlns:r="http://schemas.openxmlformats.org/officeDocument/2006/relationships" id="275" r:id="R2dbfaac2bdc545b7"/>
    <p:sldId xmlns:r="http://schemas.openxmlformats.org/officeDocument/2006/relationships" id="276" r:id="R489d6833bd334d95"/>
    <p:sldId xmlns:r="http://schemas.openxmlformats.org/officeDocument/2006/relationships" id="277" r:id="R75a4a7b1875242f4"/>
    <p:sldId xmlns:r="http://schemas.openxmlformats.org/officeDocument/2006/relationships" id="278" r:id="Rd07a8347de0c4d25"/>
    <p:sldId xmlns:r="http://schemas.openxmlformats.org/officeDocument/2006/relationships" id="279" r:id="R39e0c5c004434b54"/>
    <p:sldId xmlns:r="http://schemas.openxmlformats.org/officeDocument/2006/relationships" id="280" r:id="R2ce3dade58cd4f57"/>
    <p:sldId xmlns:r="http://schemas.openxmlformats.org/officeDocument/2006/relationships" id="281" r:id="R814e3cea79b14bdb"/>
    <p:sldId xmlns:r="http://schemas.openxmlformats.org/officeDocument/2006/relationships" id="282" r:id="Rd58381a1bcbf4ac4"/>
    <p:sldId xmlns:r="http://schemas.openxmlformats.org/officeDocument/2006/relationships" id="283" r:id="Rd8e1f924878741e8"/>
    <p:sldId xmlns:r="http://schemas.openxmlformats.org/officeDocument/2006/relationships" id="284" r:id="Rded22b89dfd047c4"/>
    <p:sldId xmlns:r="http://schemas.openxmlformats.org/officeDocument/2006/relationships" id="285" r:id="R31ac36dd775543be"/>
    <p:sldId xmlns:r="http://schemas.openxmlformats.org/officeDocument/2006/relationships" id="286" r:id="Rbc8b80432c7f473a"/>
    <p:sldId xmlns:r="http://schemas.openxmlformats.org/officeDocument/2006/relationships" id="287" r:id="Red3f6fe6bda2477c"/>
    <p:sldId xmlns:r="http://schemas.openxmlformats.org/officeDocument/2006/relationships" id="288" r:id="Re2d75f839ad244f8"/>
    <p:sldId xmlns:r="http://schemas.openxmlformats.org/officeDocument/2006/relationships" id="289" r:id="R6d3204a31cb84a50"/>
    <p:sldId xmlns:r="http://schemas.openxmlformats.org/officeDocument/2006/relationships" id="290" r:id="R6df9d9e845654bc0"/>
    <p:sldId xmlns:r="http://schemas.openxmlformats.org/officeDocument/2006/relationships" id="291" r:id="R7d0db0932aeb4601"/>
    <p:sldId xmlns:r="http://schemas.openxmlformats.org/officeDocument/2006/relationships" id="292" r:id="Rf616e0958d954bca"/>
    <p:sldId xmlns:r="http://schemas.openxmlformats.org/officeDocument/2006/relationships" id="293" r:id="R270bab1629a24403"/>
    <p:sldId xmlns:r="http://schemas.openxmlformats.org/officeDocument/2006/relationships" id="294" r:id="Ra97dec8219bf4d93"/>
    <p:sldId xmlns:r="http://schemas.openxmlformats.org/officeDocument/2006/relationships" id="295" r:id="Rdca3666b288243f7"/>
    <p:sldId xmlns:r="http://schemas.openxmlformats.org/officeDocument/2006/relationships" id="296" r:id="R076d2a66d60d42ec"/>
    <p:sldId xmlns:r="http://schemas.openxmlformats.org/officeDocument/2006/relationships" id="297" r:id="R2c3abc8fd61a4239"/>
    <p:sldId xmlns:r="http://schemas.openxmlformats.org/officeDocument/2006/relationships" id="298" r:id="Rac4dfbd1459c438c"/>
    <p:sldId xmlns:r="http://schemas.openxmlformats.org/officeDocument/2006/relationships" id="299" r:id="R4fbb99597b8446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4b68264f24404" /><Relationship Type="http://schemas.openxmlformats.org/officeDocument/2006/relationships/slideMaster" Target="/ppt/slideMasters/slideMaster1.xml" Id="R88e5a0ae19c5442d" /><Relationship Type="http://schemas.openxmlformats.org/officeDocument/2006/relationships/notesMaster" Target="/ppt/notesMasters/notesMaster1.xml" Id="Rb66eefff3b934dda" /><Relationship Type="http://schemas.openxmlformats.org/officeDocument/2006/relationships/presProps" Target="/ppt/presProps.xml" Id="R42ef5e2a54da4e21" /><Relationship Type="http://schemas.openxmlformats.org/officeDocument/2006/relationships/tableStyles" Target="/ppt/tableStyles.xml" Id="Rb658fb4713df4d4f" /><Relationship Type="http://schemas.openxmlformats.org/officeDocument/2006/relationships/slide" Target="/ppt/slides/slide1.xml" Id="Rfcab2430e7a74fc1" /><Relationship Type="http://schemas.openxmlformats.org/officeDocument/2006/relationships/slide" Target="/ppt/slides/slide2.xml" Id="R3bbc38cb95d6458b" /><Relationship Type="http://schemas.openxmlformats.org/officeDocument/2006/relationships/slide" Target="/ppt/slides/slide3.xml" Id="R7bb0108658ab4985" /><Relationship Type="http://schemas.openxmlformats.org/officeDocument/2006/relationships/slide" Target="/ppt/slides/slide4.xml" Id="Rf359e5fb856e4cf3" /><Relationship Type="http://schemas.openxmlformats.org/officeDocument/2006/relationships/slide" Target="/ppt/slides/slide5.xml" Id="Red629a085e7f4c64" /><Relationship Type="http://schemas.openxmlformats.org/officeDocument/2006/relationships/slide" Target="/ppt/slides/slide6.xml" Id="R6119764f5228421d" /><Relationship Type="http://schemas.openxmlformats.org/officeDocument/2006/relationships/slide" Target="/ppt/slides/slide7.xml" Id="Rda644eb4e6784bd5" /><Relationship Type="http://schemas.openxmlformats.org/officeDocument/2006/relationships/slide" Target="/ppt/slides/slide8.xml" Id="R50648c2f868a4e74" /><Relationship Type="http://schemas.openxmlformats.org/officeDocument/2006/relationships/slide" Target="/ppt/slides/slide9.xml" Id="R55c26c558bf3445b" /><Relationship Type="http://schemas.openxmlformats.org/officeDocument/2006/relationships/slide" Target="/ppt/slides/slide10.xml" Id="R810399696de74ec1" /><Relationship Type="http://schemas.openxmlformats.org/officeDocument/2006/relationships/slide" Target="/ppt/slides/slide11.xml" Id="R6f419e4d1111493b" /><Relationship Type="http://schemas.openxmlformats.org/officeDocument/2006/relationships/slide" Target="/ppt/slides/slide12.xml" Id="Rfdb2f2fe3b254a46" /><Relationship Type="http://schemas.openxmlformats.org/officeDocument/2006/relationships/slide" Target="/ppt/slides/slide13.xml" Id="R65ce2752a2cc410c" /><Relationship Type="http://schemas.openxmlformats.org/officeDocument/2006/relationships/slide" Target="/ppt/slides/slide14.xml" Id="Rf4a956bf00674ac6" /><Relationship Type="http://schemas.openxmlformats.org/officeDocument/2006/relationships/slide" Target="/ppt/slides/slide15.xml" Id="Re2dcc9cc12bb420a" /><Relationship Type="http://schemas.openxmlformats.org/officeDocument/2006/relationships/slide" Target="/ppt/slides/slide16.xml" Id="Rff127bfeb0fb4f1f" /><Relationship Type="http://schemas.openxmlformats.org/officeDocument/2006/relationships/slide" Target="/ppt/slides/slide17.xml" Id="R9354bc5676244da0" /><Relationship Type="http://schemas.openxmlformats.org/officeDocument/2006/relationships/slide" Target="/ppt/slides/slide18.xml" Id="R6ccac7f2470e4e8f" /><Relationship Type="http://schemas.openxmlformats.org/officeDocument/2006/relationships/slide" Target="/ppt/slides/slide19.xml" Id="Reef8d973fd0d49d9" /><Relationship Type="http://schemas.openxmlformats.org/officeDocument/2006/relationships/slide" Target="/ppt/slides/slide20.xml" Id="R2dbfaac2bdc545b7" /><Relationship Type="http://schemas.openxmlformats.org/officeDocument/2006/relationships/slide" Target="/ppt/slides/slide21.xml" Id="R489d6833bd334d95" /><Relationship Type="http://schemas.openxmlformats.org/officeDocument/2006/relationships/slide" Target="/ppt/slides/slide22.xml" Id="R75a4a7b1875242f4" /><Relationship Type="http://schemas.openxmlformats.org/officeDocument/2006/relationships/slide" Target="/ppt/slides/slide23.xml" Id="Rd07a8347de0c4d25" /><Relationship Type="http://schemas.openxmlformats.org/officeDocument/2006/relationships/slide" Target="/ppt/slides/slide24.xml" Id="R39e0c5c004434b54" /><Relationship Type="http://schemas.openxmlformats.org/officeDocument/2006/relationships/slide" Target="/ppt/slides/slide25.xml" Id="R2ce3dade58cd4f57" /><Relationship Type="http://schemas.openxmlformats.org/officeDocument/2006/relationships/slide" Target="/ppt/slides/slide26.xml" Id="R814e3cea79b14bdb" /><Relationship Type="http://schemas.openxmlformats.org/officeDocument/2006/relationships/slide" Target="/ppt/slides/slide27.xml" Id="Rd58381a1bcbf4ac4" /><Relationship Type="http://schemas.openxmlformats.org/officeDocument/2006/relationships/slide" Target="/ppt/slides/slide28.xml" Id="Rd8e1f924878741e8" /><Relationship Type="http://schemas.openxmlformats.org/officeDocument/2006/relationships/slide" Target="/ppt/slides/slide29.xml" Id="Rded22b89dfd047c4" /><Relationship Type="http://schemas.openxmlformats.org/officeDocument/2006/relationships/slide" Target="/ppt/slides/slide30.xml" Id="R31ac36dd775543be" /><Relationship Type="http://schemas.openxmlformats.org/officeDocument/2006/relationships/slide" Target="/ppt/slides/slide31.xml" Id="Rbc8b80432c7f473a" /><Relationship Type="http://schemas.openxmlformats.org/officeDocument/2006/relationships/slide" Target="/ppt/slides/slide32.xml" Id="Red3f6fe6bda2477c" /><Relationship Type="http://schemas.openxmlformats.org/officeDocument/2006/relationships/slide" Target="/ppt/slides/slide33.xml" Id="Re2d75f839ad244f8" /><Relationship Type="http://schemas.openxmlformats.org/officeDocument/2006/relationships/slide" Target="/ppt/slides/slide34.xml" Id="R6d3204a31cb84a50" /><Relationship Type="http://schemas.openxmlformats.org/officeDocument/2006/relationships/slide" Target="/ppt/slides/slide35.xml" Id="R6df9d9e845654bc0" /><Relationship Type="http://schemas.openxmlformats.org/officeDocument/2006/relationships/slide" Target="/ppt/slides/slide36.xml" Id="R7d0db0932aeb4601" /><Relationship Type="http://schemas.openxmlformats.org/officeDocument/2006/relationships/slide" Target="/ppt/slides/slide37.xml" Id="Rf616e0958d954bca" /><Relationship Type="http://schemas.openxmlformats.org/officeDocument/2006/relationships/slide" Target="/ppt/slides/slide38.xml" Id="R270bab1629a24403" /><Relationship Type="http://schemas.openxmlformats.org/officeDocument/2006/relationships/slide" Target="/ppt/slides/slide39.xml" Id="Ra97dec8219bf4d93" /><Relationship Type="http://schemas.openxmlformats.org/officeDocument/2006/relationships/slide" Target="/ppt/slides/slide40.xml" Id="Rdca3666b288243f7" /><Relationship Type="http://schemas.openxmlformats.org/officeDocument/2006/relationships/slide" Target="/ppt/slides/slide41.xml" Id="R076d2a66d60d42ec" /><Relationship Type="http://schemas.openxmlformats.org/officeDocument/2006/relationships/slide" Target="/ppt/slides/slide42.xml" Id="R2c3abc8fd61a4239" /><Relationship Type="http://schemas.openxmlformats.org/officeDocument/2006/relationships/slide" Target="/ppt/slides/slide43.xml" Id="Rac4dfbd1459c438c" /><Relationship Type="http://schemas.openxmlformats.org/officeDocument/2006/relationships/slide" Target="/ppt/slides/slide44.xml" Id="R4fbb99597b8446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e882e63ba4a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49f138b3604cf5" /><Relationship Type="http://schemas.openxmlformats.org/officeDocument/2006/relationships/notesMaster" Target="/ppt/notesMasters/notesMaster1.xml" Id="R37377e43ffc0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8bdef216547ac" /><Relationship Type="http://schemas.openxmlformats.org/officeDocument/2006/relationships/notesMaster" Target="/ppt/notesMasters/notesMaster1.xml" Id="R6d951f4e2a8549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2387b3239d44de" /><Relationship Type="http://schemas.openxmlformats.org/officeDocument/2006/relationships/notesMaster" Target="/ppt/notesMasters/notesMaster1.xml" Id="Re9bf946d01e34e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b71d02a8f04fb9" /><Relationship Type="http://schemas.openxmlformats.org/officeDocument/2006/relationships/notesMaster" Target="/ppt/notesMasters/notesMaster1.xml" Id="R861a1fd9edfd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68775a30f84c3d" /><Relationship Type="http://schemas.openxmlformats.org/officeDocument/2006/relationships/notesMaster" Target="/ppt/notesMasters/notesMaster1.xml" Id="R3b3f744d9cdc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333b4e49c245e6" /><Relationship Type="http://schemas.openxmlformats.org/officeDocument/2006/relationships/notesMaster" Target="/ppt/notesMasters/notesMaster1.xml" Id="R2c4bbfef33ae4f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1f0f9617e446e5" /><Relationship Type="http://schemas.openxmlformats.org/officeDocument/2006/relationships/notesMaster" Target="/ppt/notesMasters/notesMaster1.xml" Id="Reb5636534d00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dfbc8d0bd471a" /><Relationship Type="http://schemas.openxmlformats.org/officeDocument/2006/relationships/notesMaster" Target="/ppt/notesMasters/notesMaster1.xml" Id="R58a6a2c0bca149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4eaddd87734283" /><Relationship Type="http://schemas.openxmlformats.org/officeDocument/2006/relationships/notesMaster" Target="/ppt/notesMasters/notesMaster1.xml" Id="R944499e0968441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dd664f743d443f" /><Relationship Type="http://schemas.openxmlformats.org/officeDocument/2006/relationships/notesMaster" Target="/ppt/notesMasters/notesMaster1.xml" Id="R1d43c86435df45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682d4b3a054292" /><Relationship Type="http://schemas.openxmlformats.org/officeDocument/2006/relationships/notesMaster" Target="/ppt/notesMasters/notesMaster1.xml" Id="R0084b1a0d01444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864396fa8a4ff0" /><Relationship Type="http://schemas.openxmlformats.org/officeDocument/2006/relationships/notesMaster" Target="/ppt/notesMasters/notesMaster1.xml" Id="Ra49015ca691540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9bb69c9ea540c2" /><Relationship Type="http://schemas.openxmlformats.org/officeDocument/2006/relationships/notesMaster" Target="/ppt/notesMasters/notesMaster1.xml" Id="R5e07375c91af43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ee23e3f964437a" /><Relationship Type="http://schemas.openxmlformats.org/officeDocument/2006/relationships/notesMaster" Target="/ppt/notesMasters/notesMaster1.xml" Id="R389556a9696749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67000319fb4692" /><Relationship Type="http://schemas.openxmlformats.org/officeDocument/2006/relationships/notesMaster" Target="/ppt/notesMasters/notesMaster1.xml" Id="Re91812a6515e4e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937fa40aee4727" /><Relationship Type="http://schemas.openxmlformats.org/officeDocument/2006/relationships/notesMaster" Target="/ppt/notesMasters/notesMaster1.xml" Id="R0dd688830e2f4a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04dfc72f4d4188" /><Relationship Type="http://schemas.openxmlformats.org/officeDocument/2006/relationships/notesMaster" Target="/ppt/notesMasters/notesMaster1.xml" Id="Rfb31bbfab2ac41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39a8937aee46d5" /><Relationship Type="http://schemas.openxmlformats.org/officeDocument/2006/relationships/notesMaster" Target="/ppt/notesMasters/notesMaster1.xml" Id="R1e1b7dbc240749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8b8e4bd1484a8f" /><Relationship Type="http://schemas.openxmlformats.org/officeDocument/2006/relationships/notesMaster" Target="/ppt/notesMasters/notesMaster1.xml" Id="R2b4e6f5c74cd48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177013bb7d4294" /><Relationship Type="http://schemas.openxmlformats.org/officeDocument/2006/relationships/notesMaster" Target="/ppt/notesMasters/notesMaster1.xml" Id="Rb79ca96a0a0c48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33094bf85545f8" /><Relationship Type="http://schemas.openxmlformats.org/officeDocument/2006/relationships/notesMaster" Target="/ppt/notesMasters/notesMaster1.xml" Id="Re638c465df3748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c03dc0a0754fcd" /><Relationship Type="http://schemas.openxmlformats.org/officeDocument/2006/relationships/notesMaster" Target="/ppt/notesMasters/notesMaster1.xml" Id="R408dc1faf36744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1cb2a269024162" /><Relationship Type="http://schemas.openxmlformats.org/officeDocument/2006/relationships/notesMaster" Target="/ppt/notesMasters/notesMaster1.xml" Id="R245bd6ce2b7d4d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0fe067b8214421" /><Relationship Type="http://schemas.openxmlformats.org/officeDocument/2006/relationships/notesMaster" Target="/ppt/notesMasters/notesMaster1.xml" Id="R43d7211efa3944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aef3ed998b4443" /><Relationship Type="http://schemas.openxmlformats.org/officeDocument/2006/relationships/notesMaster" Target="/ppt/notesMasters/notesMaster1.xml" Id="R32d345956ecb47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ea053845494d8a" /><Relationship Type="http://schemas.openxmlformats.org/officeDocument/2006/relationships/notesMaster" Target="/ppt/notesMasters/notesMaster1.xml" Id="R82253422d6644f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a029a2ab6a47ec" /><Relationship Type="http://schemas.openxmlformats.org/officeDocument/2006/relationships/notesMaster" Target="/ppt/notesMasters/notesMaster1.xml" Id="Re2f72e3f4df349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757fc92daa4d07" /><Relationship Type="http://schemas.openxmlformats.org/officeDocument/2006/relationships/notesMaster" Target="/ppt/notesMasters/notesMaster1.xml" Id="Rae8f553d2e7c4d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ae7fcce8394f1b" /><Relationship Type="http://schemas.openxmlformats.org/officeDocument/2006/relationships/notesMaster" Target="/ppt/notesMasters/notesMaster1.xml" Id="Rdd05d2f46bc54f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f389c307dfe4b7b" /><Relationship Type="http://schemas.openxmlformats.org/officeDocument/2006/relationships/notesMaster" Target="/ppt/notesMasters/notesMaster1.xml" Id="Re533f92ead8a4f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cd9b0402a64faf" /><Relationship Type="http://schemas.openxmlformats.org/officeDocument/2006/relationships/notesMaster" Target="/ppt/notesMasters/notesMaster1.xml" Id="R837b7ea23e6445e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ca4fbdbb52401f" /><Relationship Type="http://schemas.openxmlformats.org/officeDocument/2006/relationships/notesMaster" Target="/ppt/notesMasters/notesMaster1.xml" Id="Rf78416ace15844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a845e99ce7419c" /><Relationship Type="http://schemas.openxmlformats.org/officeDocument/2006/relationships/notesMaster" Target="/ppt/notesMasters/notesMaster1.xml" Id="R2882f75680e24d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277fa5fcbba42ca" /><Relationship Type="http://schemas.openxmlformats.org/officeDocument/2006/relationships/notesMaster" Target="/ppt/notesMasters/notesMaster1.xml" Id="R2d0143af8f554f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be05c77ec4c4a5b" /><Relationship Type="http://schemas.openxmlformats.org/officeDocument/2006/relationships/notesMaster" Target="/ppt/notesMasters/notesMaster1.xml" Id="R5c00090ebb7344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6649c4a2efd4230" /><Relationship Type="http://schemas.openxmlformats.org/officeDocument/2006/relationships/notesMaster" Target="/ppt/notesMasters/notesMaster1.xml" Id="R620c5824da2d4d1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540d861e8b402a" /><Relationship Type="http://schemas.openxmlformats.org/officeDocument/2006/relationships/notesMaster" Target="/ppt/notesMasters/notesMaster1.xml" Id="R8c1c42e41dbe48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b04e0c1e844aba" /><Relationship Type="http://schemas.openxmlformats.org/officeDocument/2006/relationships/notesMaster" Target="/ppt/notesMasters/notesMaster1.xml" Id="R6dfb5059b65141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34c4686129543d2" /><Relationship Type="http://schemas.openxmlformats.org/officeDocument/2006/relationships/notesMaster" Target="/ppt/notesMasters/notesMaster1.xml" Id="Ra712439226cf4f8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bef563591fd417e" /><Relationship Type="http://schemas.openxmlformats.org/officeDocument/2006/relationships/notesMaster" Target="/ppt/notesMasters/notesMaster1.xml" Id="Rfeb96a38df6f43b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a27adb7690f40f7" /><Relationship Type="http://schemas.openxmlformats.org/officeDocument/2006/relationships/notesMaster" Target="/ppt/notesMasters/notesMaster1.xml" Id="R50105d41a335455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a67fdbe26bb4466" /><Relationship Type="http://schemas.openxmlformats.org/officeDocument/2006/relationships/notesMaster" Target="/ppt/notesMasters/notesMaster1.xml" Id="R3b1d899bf3c148d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1508c0f67264e89" /><Relationship Type="http://schemas.openxmlformats.org/officeDocument/2006/relationships/notesMaster" Target="/ppt/notesMasters/notesMaster1.xml" Id="R7c82776dcd82477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211c7fbc08349e3" /><Relationship Type="http://schemas.openxmlformats.org/officeDocument/2006/relationships/notesMaster" Target="/ppt/notesMasters/notesMaster1.xml" Id="R9b4da8e60e734e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5–14、20–24 頁。</a:t>
            </a:r>
          </a:p>
          <a:p xmlns:a="http://schemas.openxmlformats.org/drawingml/2006/main">
            <a:r>
              <a:t>學習方法：先看重點，遮住答案回想，最後回到原頁核對。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5–14、20–24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5–6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6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6–7 頁。</a:t>
            </a:r>
          </a:p>
          <a:p xmlns:a="http://schemas.openxmlformats.org/drawingml/2006/main">
            <a:r>
              <a:t>同盟會由興中會、華興會及光復會部分成員聯合成立。光復會並未完全接受同盟會指揮。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6–7 頁。</a:t>
            </a:r>
          </a:p>
          <a:p xmlns:a="http://schemas.openxmlformats.org/drawingml/2006/main">
            <a:r>
              <a:t>同盟會綱領：驅除韃虜，恢復中華，創立民國，平均地權。民權包括行政、立法、司法、監察、考試五權，以及創制、複決、選舉、罷免四權。這裏按課本晚清時期表述，不混入後來的新三民主義。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8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9 頁。</a:t>
            </a:r>
          </a:p>
          <a:p xmlns:a="http://schemas.openxmlformats.org/drawingml/2006/main">
            <a:r>
              <a:t>課本載林覺民《與妻訣別書》及方聲洞《赴義前稟父書》節錄。下方為內容概括，並非逐字引文。分析遺書可了解作者動機，但不能直接代表所有革命者。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10 頁。</a:t>
            </a:r>
          </a:p>
          <a:p xmlns:a="http://schemas.openxmlformats.org/drawingml/2006/main">
            <a:r>
              <a:t>課本亦提出鐵路国有的另一觀點：民辦鐵路缺乏資金、人才及統籌。分析時應同時考慮政策目標、借款條件及商民利益。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11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11–13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12 頁。</a:t>
            </a:r>
          </a:p>
          <a:p xmlns:a="http://schemas.openxmlformats.org/drawingml/2006/main">
            <a:r>
              <a:t>讀圖參考：宣布獨立的省份主要集中於南方。清廷仍控制直隸、山東、河南等北方省份，以及東北和西北地區。地圖為使用者提供的教材，不作現代疆界判斷。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5–14 頁。</a:t>
            </a:r>
          </a:p>
          <a:p xmlns:a="http://schemas.openxmlformats.org/drawingml/2006/main">
            <a:r>
              <a:t>先用口頭或紙筆回答，再翻下一張核對。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5–14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20 頁。</a:t>
            </a:r>
          </a:p>
          <a:p xmlns:a="http://schemas.openxmlformats.org/drawingml/2006/main">
            <a:r>
              <a:t>課本註明：孫中山曾要求政府繼續設於南京，袁藉北方局勢不穩拒絕南下，其後政府遷往北京。袁死後，不同派系軍閥分別控制中央和地方，形成軍閥政治。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21 頁。</a:t>
            </a:r>
          </a:p>
          <a:p xmlns:a="http://schemas.openxmlformats.org/drawingml/2006/main">
            <a:r>
              <a:t>1912 年同盟會改組為國民黨。宋教仁希望組織責任內閣，以限制總統權力。百分比為課本四捨五入數值。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21 頁。</a:t>
            </a:r>
          </a:p>
          <a:p xmlns:a="http://schemas.openxmlformats.org/drawingml/2006/main">
            <a:r>
              <a:t>1913 年 3 月 20 日，宋教仁在上海火車站遇刺，兩日後死亡。課本列出不同學者看法，避免將袁主謀說写成確定事实。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21–22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22、24 頁。</a:t>
            </a:r>
          </a:p>
          <a:p xmlns:a="http://schemas.openxmlformats.org/drawingml/2006/main">
            <a:r>
              <a:t>課本時序：1913 年 10 月袁成為正式大總統。1914 年 1 月解散國會，5 月廢除《臨時約法》，頒布《中華民國約法》，擴大總統權力。其後規定總統可終身連任。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23–24 頁。</a:t>
            </a:r>
          </a:p>
          <a:p xmlns:a="http://schemas.openxmlformats.org/drawingml/2006/main">
            <a:r>
              <a:t>課本註明古德諾的文章與袁稱帝的關係有不同解讀。可以確認袁利用其說法展開帝制運動，不把文章本身說成無爭議的稱帝命令。1915 年 12 月袁宣布接受帝位，1916 年 1 月以洪憲紀年。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23–24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10–14、21–24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6–14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20–24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5–14、20–24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20–24 頁。</a:t>
            </a:r>
          </a:p>
          <a:p xmlns:a="http://schemas.openxmlformats.org/drawingml/2006/main">
            <a:r>
              <a:t>可口頭回答或寫下關鍵詞，下一張附參考答案。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20–24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14 頁。</a:t>
            </a:r>
          </a:p>
          <a:p xmlns:a="http://schemas.openxmlformats.org/drawingml/2006/main">
            <a:r>
              <a:t>練習題由本簡報編寫。示例只展示其中一項政治制度意義，可依題目要求加入清朝統治、經濟或思想方面。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5 頁。</a:t>
            </a:r>
          </a:p>
          <a:p xmlns:a="http://schemas.openxmlformats.org/drawingml/2006/main">
            <a:r>
              <a:t>原照片：42664359-099A-4235-94BE-CB32ADC62732.JPG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6 頁。</a:t>
            </a:r>
          </a:p>
          <a:p xmlns:a="http://schemas.openxmlformats.org/drawingml/2006/main">
            <a:r>
              <a:t>原照片：49199BB3-C646-4181-A7D4-B228DC0CB5F5.JPG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7 頁。</a:t>
            </a:r>
          </a:p>
          <a:p xmlns:a="http://schemas.openxmlformats.org/drawingml/2006/main">
            <a:r>
              <a:t>原照片：26C174A5-989C-4AE1-AAEF-C3CB8E695337.JPG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8 頁。</a:t>
            </a:r>
          </a:p>
          <a:p xmlns:a="http://schemas.openxmlformats.org/drawingml/2006/main">
            <a:r>
              <a:t>原照片：74CF3E16-A7B4-4613-BDA2-136FDBFB2E5D.JPG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9 頁。</a:t>
            </a:r>
          </a:p>
          <a:p xmlns:a="http://schemas.openxmlformats.org/drawingml/2006/main">
            <a:r>
              <a:t>原照片：F039726B-6141-4C42-A27C-CC2F5B8FE11F.JPG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10 頁。</a:t>
            </a:r>
          </a:p>
          <a:p xmlns:a="http://schemas.openxmlformats.org/drawingml/2006/main">
            <a:r>
              <a:t>原照片：8FBBF84E-8611-4357-B0DB-461182F796A5.JPG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11 頁。</a:t>
            </a:r>
          </a:p>
          <a:p xmlns:a="http://schemas.openxmlformats.org/drawingml/2006/main">
            <a:r>
              <a:t>原照片：2E45F921-0D96-4A35-A9C4-9F1FA7A73251.JPG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12 頁。</a:t>
            </a:r>
          </a:p>
          <a:p xmlns:a="http://schemas.openxmlformats.org/drawingml/2006/main">
            <a:r>
              <a:t>原照片：11B4CB9C-DFC2-467B-B8BD-D610DEDDB86F.JPG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13 頁。</a:t>
            </a:r>
          </a:p>
          <a:p xmlns:a="http://schemas.openxmlformats.org/drawingml/2006/main">
            <a:r>
              <a:t>原照片：7598697F-18DE-4A03-BC40-43C7D1AE2A55.JPG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14 頁。</a:t>
            </a:r>
          </a:p>
          <a:p xmlns:a="http://schemas.openxmlformats.org/drawingml/2006/main">
            <a:r>
              <a:t>原照片：0B32A2C7-6E47-4357-A92E-AA0910DCBE1D.JPG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20 頁。</a:t>
            </a:r>
          </a:p>
          <a:p xmlns:a="http://schemas.openxmlformats.org/drawingml/2006/main">
            <a:r>
              <a:t>原照片：6A3F2978-C300-4D9B-BBE0-6429ADE96106.JPG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21 頁。</a:t>
            </a:r>
          </a:p>
          <a:p xmlns:a="http://schemas.openxmlformats.org/drawingml/2006/main">
            <a:r>
              <a:t>原照片：A92E074C-8160-440B-B88A-573375AA251E.JPG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22 頁。</a:t>
            </a:r>
          </a:p>
          <a:p xmlns:a="http://schemas.openxmlformats.org/drawingml/2006/main">
            <a:r>
              <a:t>原照片：792E8C87-AECD-419A-B078-79F134ED14FF.JPG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23 頁。</a:t>
            </a:r>
          </a:p>
          <a:p xmlns:a="http://schemas.openxmlformats.org/drawingml/2006/main">
            <a:r>
              <a:t>原照片：84260E98-AB0D-4B4A-BEDF-406CEA81239F.JPG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資料來源：使用者提供的課本照片。頁碼：第 24 頁。</a:t>
            </a:r>
          </a:p>
          <a:p xmlns:a="http://schemas.openxmlformats.org/drawingml/2006/main">
            <a:r>
              <a:t>原照片：590A2505-B2CF-4222-86E6-0434A7C95E60.JPG</a:t>
            </a:r>
          </a:p>
          <a:p xmlns:a="http://schemas.openxmlformats.org/drawingml/2006/main">
            <a:r>
              <a:t>本頁完整保留使用者提供的照片。</a:t>
            </a:r>
          </a:p>
          <a:p xmlns:a="http://schemas.openxmlformats.org/drawingml/2006/main">
            <a:r>
              <a:t>原照片按頁碼排序，完整收錄於本簡報附錄。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88e7268014a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c70ab812349fd" /><Relationship Type="http://schemas.openxmlformats.org/officeDocument/2006/relationships/slideLayout" Target="/ppt/slideLayouts/slideLayout1.xml" Id="Rd9e3c874f262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3c874f262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abdd90442406e" /><Relationship Type="http://schemas.openxmlformats.org/officeDocument/2006/relationships/image" Target="/ppt/media/image.jpeg" Id="Rca08e82942de4493" /><Relationship Type="http://schemas.openxmlformats.org/officeDocument/2006/relationships/notesSlide" Target="/ppt/notesSlides/notesSlide1.xml" Id="Re30a2dbf5ae346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6946231aa44d1" /><Relationship Type="http://schemas.openxmlformats.org/officeDocument/2006/relationships/notesSlide" Target="/ppt/notesSlides/notesSlide2.xml" Id="Rd748ac55a436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ec1c999f4216" /><Relationship Type="http://schemas.openxmlformats.org/officeDocument/2006/relationships/notesSlide" Target="/ppt/notesSlides/notesSlide3.xml" Id="R80114cc7814d47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155ac09a74dbd" /><Relationship Type="http://schemas.openxmlformats.org/officeDocument/2006/relationships/notesSlide" Target="/ppt/notesSlides/notesSlide4.xml" Id="Rbb8525bf9370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f095ae75c425d" /><Relationship Type="http://schemas.openxmlformats.org/officeDocument/2006/relationships/notesSlide" Target="/ppt/notesSlides/notesSlide5.xml" Id="Re7a90743e4dd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59807417445a" /><Relationship Type="http://schemas.openxmlformats.org/officeDocument/2006/relationships/notesSlide" Target="/ppt/notesSlides/notesSlide6.xml" Id="R3d7fc64098574d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b7234b83b4b74" /><Relationship Type="http://schemas.openxmlformats.org/officeDocument/2006/relationships/notesSlide" Target="/ppt/notesSlides/notesSlide7.xml" Id="Rca3dc328920048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c0cbc46f24206" /><Relationship Type="http://schemas.openxmlformats.org/officeDocument/2006/relationships/notesSlide" Target="/ppt/notesSlides/notesSlide8.xml" Id="Radf70d32c1fe41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10f9b1eca47dd" /><Relationship Type="http://schemas.openxmlformats.org/officeDocument/2006/relationships/notesSlide" Target="/ppt/notesSlides/notesSlide9.xml" Id="R41c648e32ba94c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caf7896d4bb0" /><Relationship Type="http://schemas.openxmlformats.org/officeDocument/2006/relationships/notesSlide" Target="/ppt/notesSlides/notesSlide10.xml" Id="R32d5ad2f832a4d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595a425c04079" /><Relationship Type="http://schemas.openxmlformats.org/officeDocument/2006/relationships/notesSlide" Target="/ppt/notesSlides/notesSlide11.xml" Id="Rb47196c2f75d41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2fe653c63469a" /><Relationship Type="http://schemas.openxmlformats.org/officeDocument/2006/relationships/image" Target="/ppt/media/image2.jpeg" Id="R8c9a10ac5aeb4416" /><Relationship Type="http://schemas.openxmlformats.org/officeDocument/2006/relationships/notesSlide" Target="/ppt/notesSlides/notesSlide12.xml" Id="R543f2fb7de9944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e8e6f324249e8" /><Relationship Type="http://schemas.openxmlformats.org/officeDocument/2006/relationships/notesSlide" Target="/ppt/notesSlides/notesSlide13.xml" Id="Re15a918a103a4c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667c6e7c49bf" /><Relationship Type="http://schemas.openxmlformats.org/officeDocument/2006/relationships/notesSlide" Target="/ppt/notesSlides/notesSlide14.xml" Id="R486f64786f7c4e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6f318ec804afb" /><Relationship Type="http://schemas.openxmlformats.org/officeDocument/2006/relationships/notesSlide" Target="/ppt/notesSlides/notesSlide15.xml" Id="Ra0cc65008ade48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1ea040ffd4610" /><Relationship Type="http://schemas.openxmlformats.org/officeDocument/2006/relationships/notesSlide" Target="/ppt/notesSlides/notesSlide16.xml" Id="Rce1605d6809a43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3d5084a274900" /><Relationship Type="http://schemas.openxmlformats.org/officeDocument/2006/relationships/notesSlide" Target="/ppt/notesSlides/notesSlide17.xml" Id="R7c6462a2189548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b1bdc0e864bbf" /><Relationship Type="http://schemas.openxmlformats.org/officeDocument/2006/relationships/notesSlide" Target="/ppt/notesSlides/notesSlide18.xml" Id="R996e0bac53a449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c550c0d14ef5" /><Relationship Type="http://schemas.openxmlformats.org/officeDocument/2006/relationships/notesSlide" Target="/ppt/notesSlides/notesSlide19.xml" Id="Rbf4ee509de1b47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f33b2c043480d" /><Relationship Type="http://schemas.openxmlformats.org/officeDocument/2006/relationships/notesSlide" Target="/ppt/notesSlides/notesSlide20.xml" Id="R4a7f0e49a1f549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ed1802c644e61" /><Relationship Type="http://schemas.openxmlformats.org/officeDocument/2006/relationships/notesSlide" Target="/ppt/notesSlides/notesSlide21.xml" Id="Rf032f18a129540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e08d5bdd4ef4" /><Relationship Type="http://schemas.openxmlformats.org/officeDocument/2006/relationships/notesSlide" Target="/ppt/notesSlides/notesSlide22.xml" Id="Ra5e62256258549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ee6203174c2a" /><Relationship Type="http://schemas.openxmlformats.org/officeDocument/2006/relationships/notesSlide" Target="/ppt/notesSlides/notesSlide23.xml" Id="R5d9de1d193f64f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78c740b204a8e" /><Relationship Type="http://schemas.openxmlformats.org/officeDocument/2006/relationships/notesSlide" Target="/ppt/notesSlides/notesSlide24.xml" Id="Rcd1aa9e4364e49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2cc2b61e14ddc" /><Relationship Type="http://schemas.openxmlformats.org/officeDocument/2006/relationships/notesSlide" Target="/ppt/notesSlides/notesSlide25.xml" Id="R015455217b9343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2408b1b34db8" /><Relationship Type="http://schemas.openxmlformats.org/officeDocument/2006/relationships/notesSlide" Target="/ppt/notesSlides/notesSlide26.xml" Id="Rcad0dbe7d2ab4a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1f73f285c4060" /><Relationship Type="http://schemas.openxmlformats.org/officeDocument/2006/relationships/notesSlide" Target="/ppt/notesSlides/notesSlide27.xml" Id="Raf3e90f131ab48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040544a084dd7" /><Relationship Type="http://schemas.openxmlformats.org/officeDocument/2006/relationships/notesSlide" Target="/ppt/notesSlides/notesSlide28.xml" Id="Re430286a662948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9df7018034c82" /><Relationship Type="http://schemas.openxmlformats.org/officeDocument/2006/relationships/notesSlide" Target="/ppt/notesSlides/notesSlide29.xml" Id="Re6bbc3a1226b4c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35b4b08fc4105" /><Relationship Type="http://schemas.openxmlformats.org/officeDocument/2006/relationships/image" Target="/ppt/media/image3.jpeg" Id="R2e21e4088cbd4b97" /><Relationship Type="http://schemas.openxmlformats.org/officeDocument/2006/relationships/notesSlide" Target="/ppt/notesSlides/notesSlide30.xml" Id="Re0f9185ab3d0420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3f6af5984dce" /><Relationship Type="http://schemas.openxmlformats.org/officeDocument/2006/relationships/image" Target="/ppt/media/image4.jpeg" Id="R36f65f11259743de" /><Relationship Type="http://schemas.openxmlformats.org/officeDocument/2006/relationships/notesSlide" Target="/ppt/notesSlides/notesSlide31.xml" Id="Rd1a36a7e1c2349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cc8e0aa74bef" /><Relationship Type="http://schemas.openxmlformats.org/officeDocument/2006/relationships/image" Target="/ppt/media/image5.jpeg" Id="R90523043cf654f76" /><Relationship Type="http://schemas.openxmlformats.org/officeDocument/2006/relationships/notesSlide" Target="/ppt/notesSlides/notesSlide32.xml" Id="R5210b5fcb0f34a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53fc64a8d4da6" /><Relationship Type="http://schemas.openxmlformats.org/officeDocument/2006/relationships/image" Target="/ppt/media/image6.jpeg" Id="Rbb1ba9c5e2254b9c" /><Relationship Type="http://schemas.openxmlformats.org/officeDocument/2006/relationships/notesSlide" Target="/ppt/notesSlides/notesSlide33.xml" Id="R2cc18e6446be4e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09ca8da684a03" /><Relationship Type="http://schemas.openxmlformats.org/officeDocument/2006/relationships/image" Target="/ppt/media/image7.jpeg" Id="R257c9c0fd7904783" /><Relationship Type="http://schemas.openxmlformats.org/officeDocument/2006/relationships/notesSlide" Target="/ppt/notesSlides/notesSlide34.xml" Id="R8166078d80ff4f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fa6d01b854824" /><Relationship Type="http://schemas.openxmlformats.org/officeDocument/2006/relationships/image" Target="/ppt/media/image8.jpeg" Id="R75fbb2b8285140dd" /><Relationship Type="http://schemas.openxmlformats.org/officeDocument/2006/relationships/notesSlide" Target="/ppt/notesSlides/notesSlide35.xml" Id="R032fd554ed0645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684dd5cb491c" /><Relationship Type="http://schemas.openxmlformats.org/officeDocument/2006/relationships/image" Target="/ppt/media/image9.jpeg" Id="Re5b2288fbf3d4353" /><Relationship Type="http://schemas.openxmlformats.org/officeDocument/2006/relationships/notesSlide" Target="/ppt/notesSlides/notesSlide36.xml" Id="R3b6a7ebc88b3401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8d07babad4e7e" /><Relationship Type="http://schemas.openxmlformats.org/officeDocument/2006/relationships/image" Target="/ppt/media/image10.jpeg" Id="Rbb4ce1ab9c6546d7" /><Relationship Type="http://schemas.openxmlformats.org/officeDocument/2006/relationships/notesSlide" Target="/ppt/notesSlides/notesSlide37.xml" Id="R5aa85894451142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c004abd346bb" /><Relationship Type="http://schemas.openxmlformats.org/officeDocument/2006/relationships/image" Target="/ppt/media/image11.jpeg" Id="R751f2d3947c0426d" /><Relationship Type="http://schemas.openxmlformats.org/officeDocument/2006/relationships/notesSlide" Target="/ppt/notesSlides/notesSlide38.xml" Id="Rb68f9bc36e894f7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37773169c4ce9" /><Relationship Type="http://schemas.openxmlformats.org/officeDocument/2006/relationships/image" Target="/ppt/media/image12.jpeg" Id="Rdaae2835d3ae4613" /><Relationship Type="http://schemas.openxmlformats.org/officeDocument/2006/relationships/notesSlide" Target="/ppt/notesSlides/notesSlide39.xml" Id="R15e029caba87451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1d29c3db1438d" /><Relationship Type="http://schemas.openxmlformats.org/officeDocument/2006/relationships/image" Target="/ppt/media/image13.jpeg" Id="Ref8bfef8fd9e4aaa" /><Relationship Type="http://schemas.openxmlformats.org/officeDocument/2006/relationships/notesSlide" Target="/ppt/notesSlides/notesSlide40.xml" Id="R929857eb00c64c1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5014ee5d84ca0" /><Relationship Type="http://schemas.openxmlformats.org/officeDocument/2006/relationships/image" Target="/ppt/media/image14.jpeg" Id="R992b7fcb980d48c6" /><Relationship Type="http://schemas.openxmlformats.org/officeDocument/2006/relationships/notesSlide" Target="/ppt/notesSlides/notesSlide41.xml" Id="Recefcc61ff5f499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9d4f238044f85" /><Relationship Type="http://schemas.openxmlformats.org/officeDocument/2006/relationships/image" Target="/ppt/media/image15.jpeg" Id="Ra007530cd33e4bd5" /><Relationship Type="http://schemas.openxmlformats.org/officeDocument/2006/relationships/notesSlide" Target="/ppt/notesSlides/notesSlide42.xml" Id="Ra6ad7e6a7d87450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3f0485768435a" /><Relationship Type="http://schemas.openxmlformats.org/officeDocument/2006/relationships/image" Target="/ppt/media/image16.jpeg" Id="R0747741537774a41" /><Relationship Type="http://schemas.openxmlformats.org/officeDocument/2006/relationships/notesSlide" Target="/ppt/notesSlides/notesSlide43.xml" Id="R368bc12c9e334b7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6333d5fe54f48" /><Relationship Type="http://schemas.openxmlformats.org/officeDocument/2006/relationships/image" Target="/ppt/media/image17.jpeg" Id="R522fe21eb85d4c11" /><Relationship Type="http://schemas.openxmlformats.org/officeDocument/2006/relationships/notesSlide" Target="/ppt/notesSlides/notesSlide44.xml" Id="Rd836a28f16a149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9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5BAB1-12B8-4FFB-B1FB-76D567FA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辛亥革命與民初政局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28BF3-861D-43D3-AAF4-63805A0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rPr>
              <a:t>課本 第 5–14、20–24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A0A0-74F2-4373-ABEF-9999834A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6D403-6A8E-472E-8924-783D7932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清末革命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民國成立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袁世凱與帝制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4FD8-C1CD-4E50-A719-DED1450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D1DCD9"/>
                </a:solidFill>
                <a:latin typeface="Arial Unicode MS"/>
                <a:ea typeface="Arial Unicode MS"/>
                <a:cs typeface="Arial Unicode MS"/>
              </a:rPr>
              <a:t>學習重點、年代整理與自測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8e82942de4493"/>
          <a:stretch xmlns:a="http://schemas.openxmlformats.org/drawingml/2006/main"/>
        </p:blipFill>
        <p:spPr>
          <a:xfrm xmlns:a="http://schemas.openxmlformats.org/drawingml/2006/main">
            <a:off x="6858000" y="1684536"/>
            <a:ext cx="4724400" cy="33936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61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30667-F4BA-4544-9272-8FAA0355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15 張原頁的正確順序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15BCA-2FDE-46D7-A0AC-0F8193E7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5–14、20–24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AD51-D749-4BF0-A9C0-ADB3254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FCF88-6008-4196-AF05-D73400D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第一部分：清末革命與民國成立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2421-5D4B-427F-80FF-1DBACDF5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5、6、7、8、9、10、11、12、13、14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8C9D3-5DED-4376-A315-FF1799A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第二部分：袁世凱與民初政局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4FA66-98B0-4D9D-8D20-0B881AF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20、21、22、23、24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69376-8AA6-4B6E-B438-5EB10C9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溫習方法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BDF4B-FF77-4803-B91C-39021E26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看重點及時間表，再答自測題，最後對照附錄原頁。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7133D-6F9A-4D07-8EF6-40C8E9F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附件未包括第 15–19 頁。本簡報按現有 15 頁整理。</a:t>
            </a:r>
          </a:p>
        </p:txBody>
      </p:sp>
    </p:spTree>
    <p:extLst>
      <p:ext uri="{BB962C8B-B14F-4D97-AF65-F5344CB8AC3E}">
        <p14:creationId xmlns:p14="http://schemas.microsoft.com/office/powerpoint/2010/main" val="642777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E0507-3132-4769-B30E-AC0ED56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孫中山走上革命道路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051D8-1E36-4C88-9084-77B97BF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5–6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4AA1F-990D-4A7E-ACB0-37B1C02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A5571-5E4E-4889-B9A6-0932C57F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早年經歷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AADE4-5312-471A-870D-EFA7BCB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原名孫文，字載之，號逸仙。曾在檀香山、廣州及香港求學。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DB83E-12C9-4F48-915D-B13262ED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由行醫到宣傳革命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E7234-A169-4E84-8321-23D4819E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在香港西醫書院畢業後行醫，結交同志，討論中國的政治問題。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0085D-FD4A-4A88-B01D-A052AB9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上書變法未獲接納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97B25-5403-4E44-9CAE-ACD2BC6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甲午戰爭爆發前，孫中山向李鴻章提出變法建議，其後決心革命。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82B2B-2F1A-4DEA-98C1-B37892A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革命活動的角色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B768-8226-4053-B721-D22385C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組織革命團體、籌款及宣傳，並以三民主義作革命指導思想。</a:t>
            </a:r>
          </a:p>
        </p:txBody>
      </p:sp>
    </p:spTree>
    <p:extLst>
      <p:ext uri="{BB962C8B-B14F-4D97-AF65-F5344CB8AC3E}">
        <p14:creationId xmlns:p14="http://schemas.microsoft.com/office/powerpoint/2010/main" val="2136284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0F832-BFF3-4367-96F4-5E7AB73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革命與改革的分別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F0BE7-B8EC-4BA0-9804-703F302A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6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05A01-C800-4880-96A0-E4E37454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629150"/>
                <a:gridCol w="4629150"/>
              </a:tblGrid>
              <a:tr h="916781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比較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革命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改革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916781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政治目標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推翻現有政治體制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改善現有政治體制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6781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制度變化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以新制度取代原有制度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在現有制度內作改變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916781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課本例子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孫中山推翻君主專制</a:t>
                      </a:r>
                    </a:p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建立民主共和制度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洋務運動、百日維新</a:t>
                      </a:r>
                    </a:p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清末新政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0660C-1519-4A22-827F-D9AC864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答題要點：兩者最主要的分別，在於是否推翻原有政治體制。</a:t>
            </a:r>
          </a:p>
        </p:txBody>
      </p:sp>
    </p:spTree>
    <p:extLst>
      <p:ext uri="{BB962C8B-B14F-4D97-AF65-F5344CB8AC3E}">
        <p14:creationId xmlns:p14="http://schemas.microsoft.com/office/powerpoint/2010/main" val="669884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B21F-762F-43D2-93DF-9EBA001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革命團體的成立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A3D9C-B8C4-4417-9F7E-CE151BE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6–7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92D39-3AD0-459B-8E68-BD49F524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619250"/>
                <a:gridCol w="2286000"/>
                <a:gridCol w="4210050"/>
              </a:tblGrid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團體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年份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地點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主要領袖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興中會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檀香山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華興會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1904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長沙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黃興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光復會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蔡元培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同盟會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1905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東京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FDE1E-A845-4796-9847-CA81EEE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同盟會聯合多個革命團體的成員，擴大革命力量。</a:t>
            </a:r>
          </a:p>
        </p:txBody>
      </p:sp>
    </p:spTree>
    <p:extLst>
      <p:ext uri="{BB962C8B-B14F-4D97-AF65-F5344CB8AC3E}">
        <p14:creationId xmlns:p14="http://schemas.microsoft.com/office/powerpoint/2010/main" val="1499199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5517-3B20-4282-BF04-F2FCA3A0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三民主義：晚清時期的內容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2577B-DD07-4ED6-8406-CBA1AD27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6–7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C4E4F-B9DE-4347-AA92-1EFB266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762250"/>
                <a:gridCol w="6305550"/>
              </a:tblGrid>
              <a:tr h="928688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主義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要解決的問題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主要內容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928688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民族受壓迫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推翻滿洲統治、擺脫外國侵略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追求民族自由平等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民權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君主專制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建立共和政府、實行五權分立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維護人民的政治權利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928688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貧富懸殊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平均地權、實行「耕者有其田」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B9FEC-FE41-4A38-A699-4C4463A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記憶提示：民族看自由平等，民權看政治制度，民生看生活與土地。</a:t>
            </a:r>
          </a:p>
        </p:txBody>
      </p:sp>
    </p:spTree>
    <p:extLst>
      <p:ext uri="{BB962C8B-B14F-4D97-AF65-F5344CB8AC3E}">
        <p14:creationId xmlns:p14="http://schemas.microsoft.com/office/powerpoint/2010/main" val="1729622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4392C-C4A8-46A4-85F5-2A032C2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多次起事與黃花崗之役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7C59-BE0C-457A-946D-94922F67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8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8F144-019C-435E-88BF-4BCF4B5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73E32-15E5-43C1-972F-603611B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革命起事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96B11-19F9-4BB0-A546-C7B27EB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興中會曾發動廣州起義（1895）及惠州起義（1900）。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EC9C4-E359-4386-9F39-7ED590E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同盟會的行動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C835D-6443-41E4-958F-BA00DDC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同盟會成立後曾發動十次武裝起義，均告失敗。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4CC71-8571-461F-A8E0-79A57C0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黃花崗之役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30404-BEF2-4BB8-92CA-7DB70326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1911 年 4 月，黃興率革命黨人進攻廣州兩廣總督衙門，起義失敗。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F8B55-B35F-44D3-BEC9-73543335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影響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4AB8B-7544-4F04-88A5-66A4EFAC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起義者壯烈犧牲，震動全國，成為日後武昌起義的先聲。</a:t>
            </a:r>
          </a:p>
        </p:txBody>
      </p:sp>
    </p:spTree>
    <p:extLst>
      <p:ext uri="{BB962C8B-B14F-4D97-AF65-F5344CB8AC3E}">
        <p14:creationId xmlns:p14="http://schemas.microsoft.com/office/powerpoint/2010/main" val="285652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CC6ED-6943-4165-9C6D-7E2B4E01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史料閱讀：革命者的動機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BD1CF-7858-4BAA-9FD3-15FA44D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9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57BE2-C6C1-4936-9988-F714888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1DFB0-7597-4274-8BC1-C70312B9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林覺民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A073A-A37B-4469-B037-7A55BE19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把對家人的愛擴展至天下人，</a:t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希望更多人得到永久的幸福。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D8997-37E1-4BEA-8589-1296AF3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方聲洞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40E41-E749-4288-88A2-1DF6697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認為清政府不願改良政治，</a:t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希望透過革命救國及改善同胞生活。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70BBA-D34A-45AE-92DF-2574C34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史料分析的寫法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D5241-E944-4114-9EDC-908FEEB8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指出作者觀點，再找史料內容作證據，</a:t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最後解釋這些內容如何反映革命者的動機。</a:t>
            </a:r>
          </a:p>
        </p:txBody>
      </p:sp>
    </p:spTree>
    <p:extLst>
      <p:ext uri="{BB962C8B-B14F-4D97-AF65-F5344CB8AC3E}">
        <p14:creationId xmlns:p14="http://schemas.microsoft.com/office/powerpoint/2010/main" val="1319442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CB94-0F2E-49FA-8785-29911DE4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保路運動與武昌起義的關係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B6996-5E4B-4BE1-A362-F39E6F0D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10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7EEA8-EDE1-4417-A65B-602C41C7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448300"/>
                <a:gridCol w="3619500"/>
              </a:tblGrid>
              <a:tr h="9405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時段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對革命的影響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9405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5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清廷把川漢、粵漢鐵路收歸國有</a:t>
                      </a:r>
                    </a:p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把修築權賣給列強以換取借款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引起商民抗議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05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四川保路運動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民眾成立保路同志會</a:t>
                      </a:r>
                    </a:p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組織罷工、罷市、罷課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抗議聲勢擴大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9405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9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清廷調部分湖北新軍入川鎮壓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湖北守備空虛</a:t>
                      </a:r>
                    </a:p>
                    <a:p>
                      <a:r>
                        <a:rPr sz="202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革命黨人加緊策劃起義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31DFE-8B0F-45BD-98E7-117B3AEA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因果重點：調兵入川令湖北兵力減少，為起義提供機會。</a:t>
            </a:r>
          </a:p>
        </p:txBody>
      </p:sp>
    </p:spTree>
    <p:extLst>
      <p:ext uri="{BB962C8B-B14F-4D97-AF65-F5344CB8AC3E}">
        <p14:creationId xmlns:p14="http://schemas.microsoft.com/office/powerpoint/2010/main" val="738696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55BE-93AE-458E-8844-E77F72EF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武昌起義：1911 年 10 月 10 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F752E-D4D9-48A7-9B91-323B87C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11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74F26-6763-4C02-9803-5660819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經過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 月 9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漢口製造炸彈時意外爆炸，起義計劃暴露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 月 10 日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瑞澂下令搜捕革命黨人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當晚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湖北新軍中的革命黨人發難，攻打總督衙門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起義成功後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革命黨人控制武昌，推舉黎元洪為都督</a:t>
                      </a:r>
                    </a:p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成立湖北軍政府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685FF-79B4-4942-B894-ADAA97F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武昌起義發生時，孫中山身在美國。</a:t>
            </a:r>
          </a:p>
        </p:txBody>
      </p:sp>
    </p:spTree>
    <p:extLst>
      <p:ext uri="{BB962C8B-B14F-4D97-AF65-F5344CB8AC3E}">
        <p14:creationId xmlns:p14="http://schemas.microsoft.com/office/powerpoint/2010/main" val="176023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50EFC-FC7C-426C-88D4-6F9F5613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中華民國成立與清帝退位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3CB59-2D18-4CAD-9A57-DB4BC74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11–13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F3E44-899D-456C-88D1-5505781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752475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日期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重要事件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52475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10–12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多個省份響應武昌起義，宣布獨立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12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各省代表到南京籌組臨時政府</a:t>
                      </a:r>
                    </a:p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推選孫中山為臨時大總統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52475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1912 年 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孫中山在南京就職，中華民國成立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1912 年 2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袁世凱迫使宣統帝溥儀退位，清朝滅亡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10A7F-E44A-4FA5-9F63-116D235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先成立民國，後清帝退位。兩件事相隔約一個月。</a:t>
            </a:r>
          </a:p>
        </p:txBody>
      </p:sp>
    </p:spTree>
    <p:extLst>
      <p:ext uri="{BB962C8B-B14F-4D97-AF65-F5344CB8AC3E}">
        <p14:creationId xmlns:p14="http://schemas.microsoft.com/office/powerpoint/2010/main" val="1684738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49C19-F6BC-4CF9-9988-07863A1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地圖閱讀：革命形勢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514E7-475D-466D-B4E7-432E9D3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12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09B6-6452-4075-B509-EC312DB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a10ac5aeb4416"/>
          <a:stretch xmlns:a="http://schemas.openxmlformats.org/drawingml/2006/main"/>
        </p:blipFill>
        <p:spPr>
          <a:xfrm xmlns:a="http://schemas.openxmlformats.org/drawingml/2006/main">
            <a:off x="6660302" y="1409700"/>
            <a:ext cx="4453045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15F63-1870-454B-836C-3ABE13F4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南方省份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22BE0-EBD3-4F5C-91EF-745D1BC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86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多個省份宣布獨立，</a:t>
            </a:r>
          </a:p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革命力量擴展。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38E23-3D83-49A1-BF73-EE6E8F0A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北方地區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691E7-A72A-405D-8F1A-0A0B9547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86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清廷仍控制部分北方、</a:t>
            </a:r>
          </a:p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東北及西北地區。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32D8E-9707-4D8F-8CD5-4A4E1822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三個重要地點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7AFF2-E4E9-461E-80F1-5653B00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286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武昌：起義</a:t>
            </a:r>
          </a:p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南京：臨時政府</a:t>
            </a:r>
          </a:p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北京：清廷及後來袁的政府</a:t>
            </a:r>
          </a:p>
        </p:txBody>
      </p:sp>
    </p:spTree>
    <p:extLst>
      <p:ext uri="{BB962C8B-B14F-4D97-AF65-F5344CB8AC3E}">
        <p14:creationId xmlns:p14="http://schemas.microsoft.com/office/powerpoint/2010/main" val="4815590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AACFF-669F-4AB5-A4E5-A58978F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辛亥革命的四項歷史意義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5B3BF-DB20-412C-9339-380BADA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408F9-A0F4-461F-9B92-8611AE93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4E443-5014-4632-8BC9-D5305E7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政治：推翻清朝政權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3FFA4-FF69-44FC-91E1-5876076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結束清朝二百六十多年的統治，提倡五族共和及民族平等。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460B0-C46B-4C3C-9A9A-7A0C1A0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制度：結束君主專制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69C4-718A-4933-BB16-1C9C456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推翻二千多年的君主專制制度，建立民主共和政體。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1A33A-AA3B-45B9-BA01-7876224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經濟：推動民族工業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CF91C-2F63-4388-B59C-74160BFD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民初政府制定有利工商業的措施，工廠、銀行相繼成立。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0778C-F7A3-4E41-A4EC-08ABB1F6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思想：促進思想解放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EB405-0E9D-474D-9BC2-DBCB13C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社會文化出現變革，女性地位提升，更多新思潮逐步出現。</a:t>
            </a:r>
          </a:p>
        </p:txBody>
      </p:sp>
    </p:spTree>
    <p:extLst>
      <p:ext uri="{BB962C8B-B14F-4D97-AF65-F5344CB8AC3E}">
        <p14:creationId xmlns:p14="http://schemas.microsoft.com/office/powerpoint/2010/main" val="4814983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716AA-7CF0-4BCE-8CD5-ABE6F25B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自測一：清末革命與民國成立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8436F-7285-4206-970B-E03D4823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5–14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48230-296B-4886-80F3-1ECF2AAF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33B34-7609-4E81-97FF-45233B0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16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　興中會及同盟會分別在何年、何地成立？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2　三民主義中，哪一項處理貧富懸殊？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3　保路運動如何為武昌起義提供機會？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4　民國成立與清帝退位，哪一件事先發生？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5　辛亥革命在政治制度上有甚麼重要意義？</a:t>
            </a:r>
          </a:p>
        </p:txBody>
      </p:sp>
    </p:spTree>
    <p:extLst>
      <p:ext uri="{BB962C8B-B14F-4D97-AF65-F5344CB8AC3E}">
        <p14:creationId xmlns:p14="http://schemas.microsoft.com/office/powerpoint/2010/main" val="13178507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4C8E8-03D1-4B9C-8A44-14D2697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自測一：參考答案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30B95-9F28-4D44-B8DB-6FB5697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5–14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D7608-DAE0-4E0F-B3F9-5B461F7B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3393F-D58C-4059-8CDD-C3FA0644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1、2　組織與思想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A84FB-178B-408A-885A-F7599889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興中會：1894 年，檀香山。同盟會：1905 年，東京。貧富問題屬民生主義。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32A36-484B-4F04-865A-E24AB033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3　保路與武昌的關係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CBEE7-C4DC-4113-9814-FE350EE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清廷調湖北新軍入川鎮壓保路運動，令湖北守備空虛，革命黨人趁機起義。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7CE80-55FB-4C17-B929-851E2AF2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4　事件先後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92BE3-DCC7-4392-A361-514FFA40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1912 年 1 月 1 日民國成立，2 月清帝退位。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39743-C192-487A-A11B-B5A2A48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5　制度意義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DF123-837E-4EC4-BC79-15CE70B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結束二千多年的君主專制制度，建立民主共和政體。</a:t>
            </a:r>
          </a:p>
        </p:txBody>
      </p:sp>
    </p:spTree>
    <p:extLst>
      <p:ext uri="{BB962C8B-B14F-4D97-AF65-F5344CB8AC3E}">
        <p14:creationId xmlns:p14="http://schemas.microsoft.com/office/powerpoint/2010/main" val="21064495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1AB08-329F-454E-A6EB-980E1DC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袁世凱成為臨時大總統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FFE7B-8636-4F45-B88C-705F0012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20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10F68-741D-4F9C-88D7-DBBB3681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80FA3-92D5-41B9-B2AF-623C9480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袁世凱掌握北洋軍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14F81-C2F7-49D1-993B-3F8539BA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清廷委任袁為內閣總理大臣，命他鎮壓革命。袁利用議和謀取利益。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135B2-21E4-40F2-9234-4846488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孫中山與袁的協議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0B3E-D241-40E0-A851-A13601A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為結束內戰及實現統一，孫同意在袁促成清帝退位、擁護《臨時約法》後讓位。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9BB36-7791-46E6-9CAC-2D1146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1912 年 2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502E-48A4-48C1-B560-4EBCCB83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袁迫使清帝退位，孫中山履行承諾辭去臨時大總統。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F6101-422D-488C-B531-D8B09B5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1912 年 3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90072-3E83-4892-856E-558570E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袁世凱在北京就任臨時大總統。</a:t>
            </a:r>
          </a:p>
        </p:txBody>
      </p:sp>
    </p:spTree>
    <p:extLst>
      <p:ext uri="{BB962C8B-B14F-4D97-AF65-F5344CB8AC3E}">
        <p14:creationId xmlns:p14="http://schemas.microsoft.com/office/powerpoint/2010/main" val="17226439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A518E-3CC2-457A-AEDB-05D9D3D0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1913 年國會選舉與宋教仁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713F2-8B3B-493B-8859-BA82887F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21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7767-CFFB-4B95-A1AD-4734F58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67150"/>
                <a:gridCol w="3867150"/>
              </a:tblGrid>
              <a:tr h="7500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政黨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參議院（274 席）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眾議院（596 席）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500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國民黨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123 席（45%）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269 席（45%）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其他政黨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107 席（39%）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180 席（30%）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50094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無黨派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44 席（16%）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147 席（25%）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DB8EC-85F2-4EC7-BE0D-AF1A3F07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國民黨成為國會第一大黨。</a:t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宋教仁希望組織責任內閣，以約束袁世凱的總統權力。</a:t>
            </a:r>
          </a:p>
        </p:txBody>
      </p:sp>
    </p:spTree>
    <p:extLst>
      <p:ext uri="{BB962C8B-B14F-4D97-AF65-F5344CB8AC3E}">
        <p14:creationId xmlns:p14="http://schemas.microsoft.com/office/powerpoint/2010/main" val="1659775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DC313-70D6-4AA6-BC4C-E897F60D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宋教仁遇刺：事實與爭議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A9CE4-590F-4533-9F1C-3F55EA0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21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9579E-D0B1-4E36-B6EA-D48DD68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4E057-3D1E-48F1-96CB-2B75E3C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可以確認的事件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E3092-6C78-416D-8DF3-FF86B98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1913 年 3 月，宋教仁在上海火車站遇刺，兩日後死亡。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B4E87-0F18-4D90-AB2E-AB24400D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課本所述調查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132C-677D-4C53-A87C-9929D36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警方追查發現涉案人士與袁世凱的親信有關。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AA91-960D-4682-BCC5-F7D2689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學者看法有分歧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D71A6-B227-4D77-B02E-AA20CFA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有學者認為袁是主謀，另有學者認為洪述祖自行策劃，並討論袁等人的責任。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E30AD-B548-491E-82D0-9B14516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分析史料時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48312-EFCB-4A43-986E-036EF615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區分已知事件、調查線索及學者推論，避免把爭議寫成定論。</a:t>
            </a:r>
          </a:p>
        </p:txBody>
      </p:sp>
    </p:spTree>
    <p:extLst>
      <p:ext uri="{BB962C8B-B14F-4D97-AF65-F5344CB8AC3E}">
        <p14:creationId xmlns:p14="http://schemas.microsoft.com/office/powerpoint/2010/main" val="66393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073AF-D3A6-4C50-91B8-7A1FA9E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二次革命：1913 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9ACBC-7E9D-4354-8239-A48480D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21–22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6F14B-953C-41D6-976F-26E43B13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5B5A-6A7E-4CE8-8A67-B6A4EA91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衝突升級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B04F3-C999-464F-BD23-E115B0B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宋教仁遇刺。袁未經國會同意，向外國銀行借款 2,500 萬英鎊擴充武備。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BD982-C82B-450A-B3AE-E166AD9E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袁打擊國民黨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8A62-6020-45CD-ABFF-900AD9D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袁罷免李烈鈞、柏文蔚、胡漢民三位國民黨籍都督。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2EFD7-9168-4A46-9AFF-49C72F19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1913 年 7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C3DAF-6275-4B61-8686-1D37E55D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李烈鈞宣布江西獨立，組織討袁軍，多個南方省份響應，史稱二次革命。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788FD-FADA-4E0F-8E42-025B0775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91527-3E4E-4443-9C74-688FE22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討袁軍在兩個月內遭擊敗。孫中山、黃興等流亡海外。</a:t>
            </a:r>
          </a:p>
        </p:txBody>
      </p:sp>
    </p:spTree>
    <p:extLst>
      <p:ext uri="{BB962C8B-B14F-4D97-AF65-F5344CB8AC3E}">
        <p14:creationId xmlns:p14="http://schemas.microsoft.com/office/powerpoint/2010/main" val="1643104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FF0E2-BA15-4051-BC1C-005DA910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袁世凱削弱共和制度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1C7C2-9FE9-4110-8AFB-F2160604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22、24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6192C-6523-4B33-9BCD-5DC86EA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619750"/>
                <a:gridCol w="3924300"/>
              </a:tblGrid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年份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行動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對共和制度的影響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迫使國會選他為正式大總統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以權力壓迫選舉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1914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解散國會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削弱議會監督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廢除《臨時約法》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頒布《中華民國約法》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擴大總統權力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其後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規定總統可以終身連任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鞏固個人長期統治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1FDB7-E4A5-4A6B-BB84-80D723C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《臨時約法》與《中華民國約法》是兩份不同文件。</a:t>
            </a:r>
          </a:p>
        </p:txBody>
      </p:sp>
    </p:spTree>
    <p:extLst>
      <p:ext uri="{BB962C8B-B14F-4D97-AF65-F5344CB8AC3E}">
        <p14:creationId xmlns:p14="http://schemas.microsoft.com/office/powerpoint/2010/main" val="467929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BB2DB-B257-4440-BDA2-3E73C0E4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洪憲帝制與製造「民意」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614ED-880D-4F3B-981C-4E9309D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23–24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5D1F6-1D91-424D-B489-D593EED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8860C-40A2-41AA-95D7-0DB6852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1915 年的帝制宣傳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D6F85-56D6-48AF-BE93-1080C337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袁利用古德諾文章，親信楊度等成立籌安會，鼓吹君主立憲。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83FF-0FD0-4070-B1A6-BBC4C091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請願與投票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CAE-1D27-419D-B790-BA60ABB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袁的黨羽組織請願團及國民代表投票，營造支持稱帝的「民意」。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16E63-5DF0-4CA3-A831-8D7C64C5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1915 年 12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62471-A9E4-4264-860B-5F932F2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袁宣布接受帝位，改國號為中華帝國，定次年為洪憲元年。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DE4BE-FDD7-4A82-860C-95B8B63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史料思考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F692-71F3-455A-B143-86D803B3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課本記載 1,993 名代表全部贊成稱帝。應追問代表如何產生、投票如何組織。</a:t>
            </a:r>
          </a:p>
        </p:txBody>
      </p:sp>
    </p:spTree>
    <p:extLst>
      <p:ext uri="{BB962C8B-B14F-4D97-AF65-F5344CB8AC3E}">
        <p14:creationId xmlns:p14="http://schemas.microsoft.com/office/powerpoint/2010/main" val="10104343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47C34-136A-443A-AFE6-19D32AF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護國之役與帝制失敗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86D18-A448-49D6-8568-5981EC9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23–24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33987-25F0-4CD8-A77B-368CAFDA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時段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經過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袁稱帝後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蔡鍔宣布雲南獨立，組織護國軍討袁</a:t>
                      </a:r>
                    </a:p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南方各省相繼響應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反對力量擴大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袁的部屬及列強也表示不支持帝制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1916 年 3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袁被迫取消帝制，帝制維持 83 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1916 年 6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袁世凱病死，護國之役結束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F5DD4-FCE2-41BD-9DAE-787DAC9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護國軍的目標是反對復辟帝制，維護共和。</a:t>
            </a:r>
          </a:p>
        </p:txBody>
      </p:sp>
    </p:spTree>
    <p:extLst>
      <p:ext uri="{BB962C8B-B14F-4D97-AF65-F5344CB8AC3E}">
        <p14:creationId xmlns:p14="http://schemas.microsoft.com/office/powerpoint/2010/main" val="5693186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78DE5-3873-4239-9095-BB0C4B3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三次重要衝突的比較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BAC4B-427C-42C7-83A6-AC447A87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10–14、21–24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D4825-7D10-43AB-B295-3B79316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952625"/>
                <a:gridCol w="3638550"/>
                <a:gridCol w="2905125"/>
              </a:tblGrid>
              <a:tr h="976313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主要對象／目的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976313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辛亥革命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1911–1912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推翻清朝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建立民國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清朝滅亡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民國成立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二次革命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1913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反對袁壓迫國民黨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討袁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失敗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孫、黃等流亡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976313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護國之役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1915–1916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反對袁復辟帝制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維護共和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袁取消帝制</a:t>
                      </a:r>
                    </a:p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其後病死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CFAE7-9517-4294-BA95-751FA94B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比較題的四個角度：時間、原因、目的、結果。</a:t>
            </a:r>
          </a:p>
        </p:txBody>
      </p:sp>
    </p:spTree>
    <p:extLst>
      <p:ext uri="{BB962C8B-B14F-4D97-AF65-F5344CB8AC3E}">
        <p14:creationId xmlns:p14="http://schemas.microsoft.com/office/powerpoint/2010/main" val="14564862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E2A29-72B8-4FCD-BADF-84F13E0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總時間表一：1894–1912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C0E8-042B-4A05-AD13-1A91618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6–14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0C320-0596-4084-97DB-4FB9C05C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年份／月份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孫中山在檀香山創立興中會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1905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孫中山在東京成立同盟會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4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黃花崗之役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5–9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鐵路國有、保路運動、調湖北新軍入川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1911 年 10 月 10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武昌起義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1912 年 1–2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月 1 日民國成立，2 月清帝退位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5861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C4552-4872-4CB3-885A-01F1F9AE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總時間表二：1912–1916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6F6B5-94E1-4802-82E4-CF3DA0B3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48395-9B70-4D56-90E6-6E236A7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年份／月份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1912 年 3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袁世凱在北京就任臨時大總統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1913 年 3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宋教仁遇刺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1913 年 7–9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二次革命及其失敗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1914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袁解散國會、廢除《臨時約法》並擴權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1915 年 12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袁接受帝位，護國之役展開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1916 年 1、3、6 月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月洪憲紀年，3 月取消帝制，6 月袁病死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9048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63997-C0C7-486D-95A5-F4CAAB3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常見混淆點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13929-CFA8-4632-9150-B2BF08F9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5–14、20–24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6D713-C38D-41A0-921E-6438A57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019800"/>
              </a:tblGrid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容易混淆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正確理解</a:t>
                      </a:r>
                    </a:p>
                  </a:txBody>
                  <a:tcPr marL="91440" marR="91440" marT="45720" marB="45720">
                    <a:solidFill>
                      <a:srgbClr val="17394A"/>
                    </a:solidFill>
                  </a:tcPr>
                </a:tc>
              </a:tr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孫中山親自發動武昌起義？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起義時孫身在美國，湖北新軍革命黨人起事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二次革命與護國之役是同一件事？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前者在 1913 年，後者在 1915–1916 年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民主共和建立後，政治一直穩定？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袁逐步破壞共和，甚至復辟帝制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袁一定是宋教仁案的直接主謀？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學者看法有分歧，須區分事實與推論</a:t>
                      </a:r>
                    </a:p>
                  </a:txBody>
                  <a:tcPr marL="91440" marR="91440" marT="45720" marB="45720">
                    <a:solidFill>
                      <a:srgbClr val="EEF0E7"/>
                    </a:solidFill>
                  </a:tcPr>
                </a:tc>
              </a:tr>
              <a:tr h="698500"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民生主義就是建立共和？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53B4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建立共和屬民權，民生處理土地及貧富問題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3955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4544-CD9F-4437-94FD-EDB6AA7D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自測二：民初政局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63396-87A9-4ABE-B7D1-13F3AEE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CD106-5431-4C37-A853-7A1411E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106C6-5DA4-4B74-AD6C-07EEE66D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444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　孫中山為甚麼同意讓位給袁世凱？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2　宋教仁希望透過甚麼制度限制總統權力？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3　二次革命在何年發生？結果如何？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4　列舉袁削弱共和制度的兩項行動。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5　護國之役由誰首先在雲南組織？目的為何？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6　袁在何年何月取消帝制？</a:t>
            </a:r>
          </a:p>
        </p:txBody>
      </p:sp>
    </p:spTree>
    <p:extLst>
      <p:ext uri="{BB962C8B-B14F-4D97-AF65-F5344CB8AC3E}">
        <p14:creationId xmlns:p14="http://schemas.microsoft.com/office/powerpoint/2010/main" val="9597838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C2809-C4FF-4C34-B6CB-892E41E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自測二：參考答案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85E9A-4563-457D-A581-DE2E7B0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20–24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70A6D-2AA3-4E9E-A38A-40A15A4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A0B43-EEDD-4004-B540-F12EADBD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1、2　讓位與責任內閣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29DAB-9FB5-4165-AE83-1552D30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孫希望結束內戰、實現統一，條件是清帝退位及袁擁護《臨時約法》。宋主張責任內閣。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C82F-5F11-42C2-874C-428AF0B3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3　二次革命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795BF-EFFA-4894-A4C0-D0645DB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1913 年。討袁軍在兩個月內失敗，孫中山、黃興等流亡海外。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916E5-5798-4D51-9ADB-5EF447C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4　破壞共和的行動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3B49D-423D-4B84-AA64-8B4CDDB0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例如解散國會、廢除《臨時約法》、擴大總統權力、規定終身連任。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4A7DC-EB92-46B2-947F-B332134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5、6　護國與帝制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39786-710A-46F4-86EF-E6155FF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蔡鍔在雲南組織護國軍，反對復辟帝制。袁於 1916 年 3 月取消帝制。</a:t>
            </a:r>
          </a:p>
        </p:txBody>
      </p:sp>
    </p:spTree>
    <p:extLst>
      <p:ext uri="{BB962C8B-B14F-4D97-AF65-F5344CB8AC3E}">
        <p14:creationId xmlns:p14="http://schemas.microsoft.com/office/powerpoint/2010/main" val="4668057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12B7B-3D36-4259-8E4B-18A92A2E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短答示例：辛亥革命的歷史意義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7765D-98DE-45AD-B04F-68E0F104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FFE17-A53B-4E87-A297-D41C51F2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E2FA-79AD-4E34-823D-2E089A2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題目：解釋辛亥革命的一項歷史意義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EDA59-4286-496E-88CB-5314F783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論點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1111D-D2FD-4866-92E4-3ABE8469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920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辛亥革命結束君主專制，建立民主共和政體。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5D67A-93BC-4F11-8544-C1019D11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史實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38489-837C-413E-B2F8-7C1E95E3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920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1912 年中華民國成立，清帝退位，清朝滅亡。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B6A1B-E431-44E4-8EA7-42E0A5E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95034"/>
                </a:solidFill>
                <a:latin typeface="Arial Unicode MS"/>
                <a:ea typeface="Arial Unicode MS"/>
                <a:cs typeface="Arial Unicode MS"/>
              </a:rPr>
              <a:t>解釋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6ECB2-1B8D-4533-8068-DBD9B8F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920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這打破二千多年的君主專制制度，</a:t>
            </a:r>
          </a:p>
          <a:p xmlns:a="http://schemas.openxmlformats.org/drawingml/2006/main">
            <a:pPr>
              <a:def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為中國政治現代化及民主化邁出重要一步。</a:t>
            </a:r>
          </a:p>
        </p:txBody>
      </p:sp>
    </p:spTree>
    <p:extLst>
      <p:ext uri="{BB962C8B-B14F-4D97-AF65-F5344CB8AC3E}">
        <p14:creationId xmlns:p14="http://schemas.microsoft.com/office/powerpoint/2010/main" val="12136834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CA584-A9BE-450E-8188-8E48E65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5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07EC5-2AB0-47AE-BAFF-F841D29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5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A61DE-2AD0-4BD6-B93A-CEE5F40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F48BC-F981-4575-99A5-C7D6E8A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清末革命與民國成立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82CA2-1AB2-4FDB-A7C7-3D78DD8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孫中山早年求學及行醫，曾上書李鴻章要求變法，其後決心革命。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D4417-9E70-48E0-9096-4F42D353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1e4088cbd4b97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62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BCB6A-E42F-4563-831A-3E274DB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6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909C1-0985-4F16-8643-67A341F8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6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93308-8822-402A-88C5-7EB0787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F21A-905C-4A5E-9093-5799E80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興中會與同盟會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9957-24F3-4C4B-9FAA-19880C4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1894 年興中會成立。1905 年同盟會成立，以三民主義指導革命。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3719-425E-4970-AC2C-AC17E333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65f11259743de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86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7A26F-D533-487F-AE5B-09D7F66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7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CCF0B-F45F-45BA-B51D-221F016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7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C8E1D-23B8-4F99-925D-2469CF17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EEC47-26BF-4D94-A12A-27AFB15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革命團體與三民主義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EE13-5BEC-4D69-8161-99B4AEF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比較各團體的年份、地點及領袖，理解民族、民權、民生的內容。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85849-ACA3-43EB-BBAA-4F114941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23043cf654f76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980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661B3-D3FA-465A-BB10-A7EA0D2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8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5BEBB-98DD-4D2E-9C25-D1E1144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8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6D400-C836-4BD5-9CB6-881666FF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ADC06-8975-413B-AD04-EDFC19AB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多次起事與黃花崗之役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CB22-D288-45F2-826C-1FD6047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1911 年 4 月黃花崗之役失敗，但起義者的犧牲精神震動全國。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33F3F-DC01-4BA5-BA5B-D7B7C05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ba9c5e2254b9c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78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9BB32-7A11-482D-B4CE-DA1330E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9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FB6E-9D8A-4F90-8C3D-4FEF412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9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9D14-C7ED-49E7-8B1A-672E61AE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3000-C914-41D0-B331-B0FD17B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革命者的精神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E22AC-88F2-4D1F-B02D-C3D158B6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林覺民與方聲洞的遺書，可用來分析革命者的動機及價值觀。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E9B74-E38B-47D9-92B6-73684922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c9c0fd7904783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97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E951C-1161-4F83-9ED1-F4B71C5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10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9A687-9831-4D20-8B3C-1267952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10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57CA3-7CB7-4596-91BF-510FD3DA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BC0CF-756E-49C8-A98D-0505A68B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保路運動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00077-4B00-458F-A714-79D2037C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鐵路國有及借款引起抗議，清廷調湖北新軍入川，令湖北守備空虛。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F6B16-3BD6-4011-AD52-93295786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bb2b8285140dd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917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4ACFC-E7F1-4198-96E9-BEB816A7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11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6320C-6A60-49F2-BB2B-D72A3F3A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11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F3339-F8A5-47AE-AD84-E8A9A52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DA58-79F3-483A-8786-F4CFFF6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武昌起義與民國成立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FA04-2E0E-44C7-BA6D-EC8F2AB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1911 年 10 月 10 日武昌起義。1912 年 1 月民國成立，2 月清帝退位。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5FD5C-7985-41DE-956E-35CDB4F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2288fbf3d4353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980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E8C5-6066-4A3B-B939-5D478863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12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000C3-9436-4F83-8EEB-D9DA9B7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12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849A3-74DD-4D2C-8A49-B2BF6D71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A08C-8F27-47AA-8444-C7662C7D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辛亥革命形勢圖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E7011-CA55-4BD7-B7DC-E92AFF65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讀圖時留意南方獨立省份、清廷控制地區，以及武昌、南京、北京的位置。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C4B6F-AFC6-461C-ADF1-773621B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ce1ab9c6546d7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555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DB688-DE13-4308-83B9-738E7269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13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84A39-BC8B-442A-A702-B43771A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13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3F3E1-D52A-4BDF-B0C5-7C104C2E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3BC18-C7C6-4E97-8440-BBAC31E4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辛亥革命過程圖解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A6254-33E5-4D9B-8ED3-2FB1FE9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按保路、武昌起義、各省響應、選舉總統、民國成立、清帝退位排序。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048A5-C7C2-4D20-AEEC-5B9B8DD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f2d3947c0426d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641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96AA1-C664-449C-9B73-136E352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14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912FD-0BFF-41CE-AED5-F8EB524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14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720D-216C-47BB-A546-D8C4F00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CDBED-FB3B-4087-A930-4EB5EED7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辛亥革命的歷史意義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68E72-C6B3-4C27-AEE6-BF7014C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推翻清朝、結束君主專制、推動民族工業及促進思想解放。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788EF-FA87-4192-9906-9E6C45EC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e2835d3ae4613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781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7C153-1341-4DDB-B716-0CF0ECEE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20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BF585-A675-4CE3-B738-716C80F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20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F77B-8337-4CDA-8378-11181581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91AAA-FF46-4495-99CA-64D61997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袁世凱成為總統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3867B-0032-44BC-9553-A0C9A4E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袁世凱掌握北洋軍。孫中山為結束內戰及實現統一，與袁協議讓位。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D490D-BC41-405D-834E-CF8EFBCB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bfef8fd9e4aaa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555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0F2A2-5268-446D-84E3-58866A05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21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E578C-F7C8-4489-BD39-E7AC1A37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21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7AA80-D329-485E-9A80-DCD7087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56991-EAAC-4365-A0A1-C591363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宋教仁遇刺與袁世凱借款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2EE30-88DF-4358-9645-391AB867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國民黨取得近半國會議席。宋教仁遇刺、袁擅自借款及罷免都督，引發衝突。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E766C-3096-4941-9D45-0DF89E0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b7fcb980d48c6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255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FAAB-4C3E-4AC2-B311-E990E83B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22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6AD5-7514-4F87-B421-FAD9644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22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2C646-7DE2-4351-903A-726552B9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0DD4-ED72-473A-96A1-9933284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二次革命與籌備帝制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083E3-2013-43BF-B71C-B452B51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1913 年二次革命失敗。袁世凱其後解散國會、廢除《臨時約法》及擴權。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7B33-C065-40B3-9521-3079C8B3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7530cd33e4bd5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7246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986A6-1CD3-45BF-9335-873DF19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23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4ABF-AC5D-4F2F-9DD5-D5750DFD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23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71FD6-7381-4A54-9D29-727E4D3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58F3-85B9-498A-BD33-6EA0DC7B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洪憲帝制與護國之役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C0D66-D2A9-455F-B4A6-AA671A6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蔡鍔組織護國軍討袁。1916 年 3 月袁取消帝制，6 月病死。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1FD27-C35A-44EF-9271-525CAE3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7741537774a41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954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CF7C8-4616-4FA6-A69A-6F8691BD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94A"/>
                </a:solidFill>
                <a:latin typeface="Arial Unicode MS"/>
                <a:ea typeface="Arial Unicode MS"/>
                <a:cs typeface="Arial Unicode MS"/>
              </a:rPr>
              <a:t>原頁對照：第 24 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364FA-51A7-444F-B97A-7E34E96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課本 第 24 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B35FA-5C9D-4AD7-8D6A-7597781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81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FAFB3-4418-4F2A-8933-5EBFB5FC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6A66"/>
                </a:solidFill>
                <a:latin typeface="Arial Unicode MS"/>
                <a:ea typeface="Arial Unicode MS"/>
                <a:cs typeface="Arial Unicode MS"/>
              </a:rPr>
              <a:t>製造民意與稱帝歷程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BA2B3-BEEA-478D-B18D-A87C3E2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53B46"/>
                </a:solidFill>
                <a:latin typeface="Arial Unicode MS"/>
                <a:ea typeface="Arial Unicode MS"/>
                <a:cs typeface="Arial Unicode MS"/>
              </a:rPr>
              <a:t>袁的黨羽組織請願和投票，營造支持帝制的民意。按 1912–1916 年串連事件。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BFA57-B0F5-4E34-BE6D-252EADD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閱讀後可合上原頁，</a:t>
            </a:r>
          </a:p>
          <a:p xmlns:a="http://schemas.openxmlformats.org/drawingml/2006/main">
            <a:pPr>
              <a:def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46F"/>
                </a:solidFill>
                <a:latin typeface="Arial Unicode MS"/>
                <a:ea typeface="Arial Unicode MS"/>
                <a:cs typeface="Arial Unicode MS"/>
              </a:rPr>
              <a:t>用自己的說話重述重點。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fe21eb85d4c11"/>
          <a:stretch xmlns:a="http://schemas.openxmlformats.org/drawingml/2006/main"/>
        </p:blipFill>
        <p:spPr>
          <a:xfrm xmlns:a="http://schemas.openxmlformats.org/drawingml/2006/main">
            <a:off x="7314811" y="1123950"/>
            <a:ext cx="3858403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29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2026-10-07T11:32:21.6070000Z</dcterms:created>
  <dcterms:modified xsi:type="dcterms:W3CDTF">2026-10-07T11:32:21.6070000Z</dcterms:modified>
</coreProperties>
</file>